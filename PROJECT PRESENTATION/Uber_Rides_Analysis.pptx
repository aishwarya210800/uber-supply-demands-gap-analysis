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A237E">
              <a:alpha val="3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Gap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SQL · Python EDA  |  Jul 11–15, 2016  |  6,745 Ride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C2A3A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6,745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70048" y="3017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C2A3A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41.97%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70048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91456" y="3017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C2A3A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58.03%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91456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12864" y="3017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C2A3A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3035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Tools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12864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·  2016 Uber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 behind the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conducts an Exploratory Data Analysis (EDA) on Uber request data to understand various aspects of ride-hailing operations. The goal is to identify patterns, insights, and potential areas for improvement in service efficiency and user experience.
</a:t>
            </a:r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KPI metrics, and an interactive dashboard for visual exploration.
</a:t>
            </a:r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(DuckDB):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query-based analysis to uncover supply gaps, failure patterns, and hourly demand cycles.
</a:t>
            </a:r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EDA: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exploration and visualizations using pandas, matplotlib &amp; seaborn to identify patterns and potential areas for improvement in service availability.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51790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overall distribution of trip outcomes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6654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20299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supply-demand gaps by location and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1518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606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24-hour demand cycles and peak failure windows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16382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54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3127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Airport vs City pickup performance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71246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critical failure zones exceeding 65% failure 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426110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4224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business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 is this project solving?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535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0992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all Uber ride requests in this dataset fail — either no car is available (39.3%) or riders cancel (18.7%). Over 3,900 trips go unfulfilled.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535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Blind Spots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0992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pickups have a 52.9% No-Car rate — more than double the City's 26.7%. The supply crisis is geographically concentrated, not random.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535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Failure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hours (17–21h) at Airport suffer 55–76% no-car rates, creating a predictable, recurring 5-hour supply blackout affecting ~1,400 daily requests.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535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4015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5-day window, completion rate erodes from 44% to 40.6% — a 3.4-point drop. If the trend holds, rates fall below 35% within two weeks.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Tools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 and technology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39776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&amp; handled nulls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624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hour/date from timestamps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3191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 tables &amp; KPI cards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7581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interactive visual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960120"/>
            <a:ext cx="2788920" cy="39776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96012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003B5C"/>
          </a:solidFill>
          <a:ln w="12700">
            <a:solidFill>
              <a:srgbClr val="003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DuckDB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Query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structured analytical queries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624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distribution &amp; location breakdown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83280" y="3191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cycle analysis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37581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 zone identification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960120"/>
            <a:ext cx="2788920" cy="39776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96012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0216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54496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Exploration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preprocessing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2624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analysis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3191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box plots &amp; distribution charts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375818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 &amp; correlation analysis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 Request Data — Jul 11–15, 2016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33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6,745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960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033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8840" y="1399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993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48840" y="1993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Locations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2359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&amp; 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9443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  ·  Request Timestamp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6758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Point  (Airport / City)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ID  ·  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439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Timestamp  ·  Trip Duration (mins)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960120"/>
            <a:ext cx="46634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43400" y="1024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Preview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1960" y="1335024"/>
            <a:ext cx="4480560" cy="3429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60520" y="47731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Uber_Request_Data.xlsx — raw unprocessed data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82296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897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645920" y="1371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240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KPI metrics · Interactive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4389120"/>
            <a:ext cx="6858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 — Implementation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carried out on the Uber dataset in Excel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124712"/>
            <a:ext cx="347472" cy="347472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2704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records, handled missing Driver IDs, standardised timestamp format and extracted hour/date fields for time-based analysis.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124712"/>
            <a:ext cx="347472" cy="347472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115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2704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headline metrics: Total Requests (6,745), Completed Trips (2,831), Cancellations (1,264), No-Cars (2,650), Avg Duration (52.4 min).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862072"/>
            <a:ext cx="347472" cy="347472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852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pivots for status distribution by location, hourly volume, daily trends, and time-slot vs pickup completion rates.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2862072"/>
            <a:ext cx="347472" cy="347472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852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6440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6-chart interactive dashboard with bar charts, pie chart, line chart, time-slot heatmap, and hourly supply-gap comparison.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—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Supply Demand Gap Analytics Dashboard | Jul 11–15, 2016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12064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9601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Insights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444752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38988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42% of 6,745 rides complete — 58% fail from supply or cancellation issues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112264"/>
            <a:ext cx="146304" cy="14630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057400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No-Car rate peaks at 73–76% during Evening (17–20h) — a structural supply crisis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2779776"/>
            <a:ext cx="146304" cy="146304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72491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cancellation rate is 5× higher than Airport — route/pricing friction dominates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3447288"/>
            <a:ext cx="146304" cy="14630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392424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Morning (6–11h) leads with 84.4% completion — the operational gold standard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4114800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4059936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No-car failures are escalating day-over-day: 504 on Jul 11 → 580 on Jul 15 (+15.1%)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82296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897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645920" y="1371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240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analytical queries · DuckDB engine · 6,745 records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4389120"/>
            <a:ext cx="6858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Implementation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DuckDB queries analysing ride outcomes, demand cycles, and failure patterns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881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Trip Status Distribution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health metrics — how 6,745 requests resolve across three outcome categories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108813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Outcome by Pickup Location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344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vs City — volume, completion rate, and failure mode comparison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0939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Demand Cycle by Status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350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rhythm to identify peak demand, cancellation spikes, and no-car surges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20939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Time-Slot × Pickup Point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350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Cross-dimensional analysis of where and when service quality diverges most sharply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099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Supply Gap Slots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shortage map ranking worst hour–location combinations by no-driver 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3099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 &amp; Outcome Trend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355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temporal drift — are conditions improving or deteriorating day over day?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1056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Statistics by Location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3616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distribution stats (avg, min, max, std dev, percentiles) on completed journey times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18888" y="410565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 Zones (&gt;65%)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43616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CTE-based triage isolating every hour–location slot where combined failure rate exceeds 65%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Trip Status — Only 42% Complete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Overall Trip Status Distribution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Trip Completed: 2,831 (41.97%)  ·  No Cars Available: 2,650 (39.29%)  ·  Cancelled: 1,264 (18.74%)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in 2 ride requests reaches its destination — a systemic failure, not an occasional glitch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Cars Available (39.3%) is the single largest failure mode — nearly double the cancellation rate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58% failure rate sets the benchmark: supply gap must be solved first to meaningfully lift completion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vs City — Diverging Failure Modes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Demand &amp; Outcome Breakdown by Pickup Location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Airport: 3,238 requests | 52.9% No-Car rate | 41% completion  ·  City: 3,507 requests | 26.7% No-Car | 1,066 cancellations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Airport's 52.9% No-Car rate means over half of all Airport pickup requests receive no driver — a structural supply crisis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cancellation count (1,066) is 5× higher than Airport's (198) — drivers arrive but reject rides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location requires a different fix: Airport needs supply injection; City needs cancellation root-cause analysis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Demand — Evening Supply Blackout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24-Hour Demand Cycle by Status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Hour 18 (6 PM): 510 requests, 63.1% no-car (322 unmet).  Evening window 17–21h: 55–63% no-car sustaining ~1,400 unmet requests.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18 (6 PM) is the highest-volume, highest-failure slot — 510 requests with 63.1% finding no car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5-hour unbroken supply blackout (17–21h) accounts for ~1,400 unmet requests per day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window (5–9h) is the cancellation hotspot (39–42%) despite lower no-car rates — pricing friction at play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Supply Gap Slots — Airport Dominates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Top 12 Supply Gap Slots (Hour × Pickup Point)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Airport Hour 18: 76.3% no-driver rate (worst slot). 9 of top 12 worst slots are Airport. Evening hours 17–21h appear consecutively.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Hour 18 holds the record: 76.3% no-driver rate — only 1 in 4 Airport riders at 6 PM gets a driver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the 12 worst supply-gap slots are at Airport, with 5 consecutive evening hours confirming a recurring daily blackout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predictability makes it ideal for algorithmic incentive triggers — surge bonuses activating at 16:45 at Airport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 Zones — 82% Failure at Airport 21h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Critical Failure Zones — Hour × Pickup With &gt;65% Total Failure Rate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2FF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14 distinct hour-location combinations exceed 65% total failure. Airport 21h: 82.2% failure (highest). Airport 17–21h: 76–82% failure.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Hour 21 has 82.2% total failure — only 1 in 5 late-night Airport requests results in a completed trip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failures (17–21h) are supply-dominated: no-car pct dwarfs cancel pct (69–76% vs 4–8%). Fix = driver presence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failures (5–9h) are cancellation-dominated (45–51% cancel rate) — drivers arrive but reject short or low-fare trips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82296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897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645920" y="1371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240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Statistical patterns · Visual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4389120"/>
            <a:ext cx="6858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— Tasks Implemented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exploratory analysis using pandas, matplotlib &amp; seaborn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320040" cy="3200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69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Preprocessing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4356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raw Uber dataset, parsed timestamps, extracted hour/date/day features, classified time slots, and handled null values in Driver ID.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320040" cy="3200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88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069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73752" y="14356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frequency distributions for trip status, pickup point, and request hour to understand baseline patterns and data skewness.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487168"/>
            <a:ext cx="320040" cy="3200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78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4597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&amp; Cross-Tab Analysis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282549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status breakdowns by pickup point and hour; created cross-tabulations for completion vs failure rates across location and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487168"/>
            <a:ext cx="320040" cy="3200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78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4597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Analysis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73752" y="282549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hour × pickup point heatmaps for no-car rate and completion rate to visually identify the worst-performing time-location combinations.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39896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877056"/>
            <a:ext cx="320040" cy="3200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849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Box Plot Analysis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" y="421538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trip duration distributions using histograms, KDE plots, and box plots for Airport vs City — comparing spread, outliers, and central tendency.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39896"/>
            <a:ext cx="4160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877056"/>
            <a:ext cx="320040" cy="32004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849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Trend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73752" y="421538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daily request volume, completion count, and no-car escalation across the 5-day window to detect improving or deteriorating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Insight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Trip Duration — Most Rides Take 40–65 Minutes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 — Distribution of Trip Duration (completed rides only)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6FF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Mean: 52.41 min  ·  Std Dev: 13.85 min  ·  Min: 20.78 min  ·  Max: 83.0 min  ·  IQR: 41–64 min (2,831 completed trips)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completed trips cluster between 40 and 65 minutes — the distribution peaks at 50–55 minutes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coefficient of variation (27%) means trip times are unpredictable — riders could experience anything from 21 to 83 minutes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skew indicates occasional very long trips pull the average up — median (52 min) is a more reliable planning metric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Insight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by Request Hour — Consistent Across All Hours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Trip Duration (minutes) by Request Hour of Day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6FF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Trip durations remain remarkably stable across all 24 hours — median ~52 min and IQR 41–64 min hold constant regardless of time of day.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is hour-agnostic — the length of a completed ride is approximately the same whether it starts at 2 AM or 6 PM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that traffic or time-of-day factors do not significantly alter route length — distances driven are consistent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duration is predictable once assigned, all performance gaps are purely a driver availability problem — not an execution problem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Insight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by Pickup Point — Airport &amp; City Identical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Trip Duration (minutes) by Pickup Point (Airport vs City)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6FF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Airport avg: ~52.4 min  ·  City avg: ~52.6 min  ·  Both IQR: 41–64 min  ·  Both Std Dev: ~13.85 min  (2,831 completed trips split: 1,327 Airport, 1,504 City)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and City completed trips have virtually identical duration profiles — same median, same IQR, same spread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a shared travel corridor (likely Airport ↔ City), not independent route networks operating independently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driver is assigned anywhere, service quality is equal — all inequalities between locations stem from supply availability, not route difficulty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Insight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by Hour of Day — Twin Peaks at Morning &amp; Evening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Number of Completed Requests by Hour of Day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6FF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Two clear demand peaks: early morning (5–8h) and late afternoon/evening (17–20h).  Mid-day (10–14h) shows a pronounced dip in completed trips.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peak (5–8h) represents the highest volume of completed trips — supply and demand are well-aligned here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evening peak (17–20h) shows high demand but, cross-referenced with SQL data, is where no-car failures are most severe — supply collapses during peak demand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mid-day trough (10–14h) is the healthiest window — low failure rates and stable supply make it the operational benchmark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Insight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— Trip Duration Driven by Internal Factors Only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Correlation Matrix of Numerical Features (coolwarm palette)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61288"/>
            <a:ext cx="502920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37083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EEF6FF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4165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Trip Duration shows near-zero correlation with Request Hour (0.00), Driver ID (-0.02), Request Day (0.00).  Only correlated with Trip Duration (mins) column (1.00 — same field).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115568"/>
            <a:ext cx="3291840" cy="382219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Drawn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158191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163677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has no meaningful correlation with time of day, driver identity, or day of week — it is driven by route distance, not external scheduling factors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63347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8833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Day and DayOfWeek correlate perfectly with each other (1.00) — confirming both are derived from the same timestamp field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685032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739896"/>
            <a:ext cx="2926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correlations with operational variables means duration cannot be used as a proxy for supply-demand stress — separate metrics are needed to monitor service quality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Solutions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interventions to close the 58% failure gap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" y="1828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FIX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Evening Supply Surge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surge incentives at Airport from 16:45–21:00 daily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minimum driver floor of 30 at Airport during peak hours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328416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City drivers to Airport corridor proactively via dispatch algorithm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4206240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5E6E6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4251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Airport evening no-car rate from 73% → &lt;35%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FIX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Morning Acceptance Enforcement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01168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drivers with &gt;15% cancellation rate and mandate short-trip acceptance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670048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short-trip incentive bonuses during 5–9h City window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328416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repeated pre-dispatch cancellation with temporary suspension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206240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5E6E6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251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City morning cancellation rate from 45% → &lt;20%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44768" y="96012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960120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Driver Allocation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2011680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ML-based hourly demand forecasting by pickup point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2670048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driver pre-positioning 30 min before predicted demand peaks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3328416"/>
            <a:ext cx="26151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Jul 14-type inflection alerts as an early-warning trigger system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4206240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5E6E6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42519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Lift overall completion rate from 42% → 60%+ within 30 days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tri-tool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121C28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167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Identified: 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94560" y="131673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evening supply shortage (17–21h, 55–76% no-car rate) is the single biggest lever — fixing this alone could add ~700 completed trips daily.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121C28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665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Failure Patterns: 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206654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failures are supply-driven; City failures are cancellation-driven. Each requires a distinct intervention — one-size fixes won't work.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121C28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163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Crisis: 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81635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5-day trend shows demand growing while supply stagnates. Without intervention, completion rate falls below 35% within weeks.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11296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121C28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Gold Standard: 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3566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Morning (6–11h) at 84.4% completion proves this operation CAN perform. Study it, then replicate those conditions across all slots.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61104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121C28"/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159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Data-Ready for Action: 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43159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 are predictable, recurring, and location/time-specific — making them ideal targets for algorithmic surge pricing and automated driver dispatch.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Rides Data Analysis  ·  Excel · SQL · Python EDA  ·  Jul 2016  ·  6,745 Records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Rides SQL &amp; Data Analysis</dc:title>
  <dc:subject>PptxGenJS Presentation</dc:subject>
  <dc:creator>Rekha</dc:creator>
  <cp:lastModifiedBy>Rekha</cp:lastModifiedBy>
  <cp:revision>1</cp:revision>
  <dcterms:created xsi:type="dcterms:W3CDTF">2026-06-10T04:08:22Z</dcterms:created>
  <dcterms:modified xsi:type="dcterms:W3CDTF">2026-06-10T04:08:22Z</dcterms:modified>
</cp:coreProperties>
</file>